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докладчика: упомянуть Аркадия Стругацкого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Стратегия развития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 про Меркурий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25 процентов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Текстовая рамка Ландыш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and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Beta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Хабибуллин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